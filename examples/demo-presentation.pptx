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a modular workflow is easier to debug and extend.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the separation between capability definitions and execution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JSON schema as an interface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demo is intentionally API-free so the repository remains easy to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that model quality varies and production systems should add retries and stronger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that these adapters are roadmap items rather than completed v1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C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85800"/>
            <a:ext cx="73152" cy="5303520"/>
          </a:xfrm>
          <a:prstGeom prst="rect">
            <a:avLst/>
          </a:prstGeom>
          <a:solidFill>
            <a:srgbClr val="66F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417320"/>
            <a:ext cx="98755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0F3F8"/>
                </a:solidFill>
                <a:latin typeface="Arial"/>
              </a:defRPr>
            </a:pPr>
            <a:r>
              <a:t>From Prompt to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97180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A3ABB8"/>
                </a:solidFill>
                <a:latin typeface="Arial"/>
              </a:defRPr>
            </a:pPr>
            <a:r>
              <a:t>A modular AI workflow for turning raw inputs into meeting-ready decks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534924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6F1BE"/>
                </a:solidFill>
                <a:latin typeface="Arial"/>
              </a:defRPr>
            </a:pPr>
            <a:r>
              <a:t>AI PRESENTATION AUTOMATION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C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66F1BE"/>
                </a:solidFill>
                <a:latin typeface="Arial"/>
              </a:defRPr>
            </a:pPr>
            <a:r>
              <a:t>SLIDE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0F3F8"/>
                </a:solidFill>
                <a:latin typeface="Arial"/>
              </a:defRPr>
            </a:pPr>
            <a:r>
              <a:t>Presentation work is a pipeline, not a single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9875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A3ABB8"/>
                </a:solidFill>
                <a:latin typeface="Arial"/>
              </a:defRPr>
            </a:pPr>
            <a:r>
              <a:t>Separating research, narrative, QA and rendering makes the workflow easier to control.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606040"/>
            <a:ext cx="6995160" cy="3246120"/>
          </a:xfrm>
          <a:prstGeom prst="roundRect">
            <a:avLst/>
          </a:prstGeom>
          <a:solidFill>
            <a:srgbClr val="11161F"/>
          </a:solidFill>
          <a:ln>
            <a:solidFill>
              <a:srgbClr val="262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907792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889504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Inputs can come from topics, notes or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438144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419856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AI produces structured presentation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968496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3950208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A deterministic renderer creates the PowerPoint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498848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QA is isolated as its own review step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2606040"/>
            <a:ext cx="3520440" cy="3246120"/>
          </a:xfrm>
          <a:prstGeom prst="roundRect">
            <a:avLst/>
          </a:prstGeom>
          <a:solidFill>
            <a:srgbClr val="11161F"/>
          </a:solidFill>
          <a:ln>
            <a:solidFill>
              <a:srgbClr val="262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2907792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66F1BE"/>
                </a:solidFill>
                <a:latin typeface="Arial"/>
              </a:defRPr>
            </a:pPr>
            <a:r>
              <a:t>VISUAL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383280"/>
            <a:ext cx="269748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Horizontal pipeline: Input → Skills → QA → JSON → PPTX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A3ABB8"/>
                </a:solidFill>
                <a:latin typeface="Arial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C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66F1BE"/>
                </a:solidFill>
                <a:latin typeface="Arial"/>
              </a:defRPr>
            </a:pPr>
            <a:r>
              <a:t>SLIDE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0F3F8"/>
                </a:solidFill>
                <a:latin typeface="Arial"/>
              </a:defRPr>
            </a:pPr>
            <a:r>
              <a:t>Skills define behavior while workflows define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9875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A3ABB8"/>
                </a:solidFill>
                <a:latin typeface="Arial"/>
              </a:defRPr>
            </a:pPr>
            <a:r>
              <a:t>Reusable skills keep presentation quality rules independent from orchestration.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606040"/>
            <a:ext cx="6995160" cy="3246120"/>
          </a:xfrm>
          <a:prstGeom prst="roundRect">
            <a:avLst/>
          </a:prstGeom>
          <a:solidFill>
            <a:srgbClr val="11161F"/>
          </a:solidFill>
          <a:ln>
            <a:solidFill>
              <a:srgbClr val="262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907792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889504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Research skill builds an evidence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438144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419856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Presentation skill creates storyline and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968496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3950208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Document skill compresses long-form material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498848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QA skill detects structural and content problems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2606040"/>
            <a:ext cx="3520440" cy="3246120"/>
          </a:xfrm>
          <a:prstGeom prst="roundRect">
            <a:avLst/>
          </a:prstGeom>
          <a:solidFill>
            <a:srgbClr val="11161F"/>
          </a:solidFill>
          <a:ln>
            <a:solidFill>
              <a:srgbClr val="262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2907792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66F1BE"/>
                </a:solidFill>
                <a:latin typeface="Arial"/>
              </a:defRPr>
            </a:pPr>
            <a:r>
              <a:t>VISUAL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383280"/>
            <a:ext cx="269748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Four modular skill cards connected to an orchestration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A3ABB8"/>
                </a:solidFill>
                <a:latin typeface="Arial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C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66F1BE"/>
                </a:solidFill>
                <a:latin typeface="Arial"/>
              </a:defRPr>
            </a:pPr>
            <a:r>
              <a:t>SLIDE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0F3F8"/>
                </a:solidFill>
                <a:latin typeface="Arial"/>
              </a:defRPr>
            </a:pPr>
            <a:r>
              <a:t>Structured JSON is the contract between AI and PowerPoint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9875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A3ABB8"/>
                </a:solidFill>
                <a:latin typeface="Arial"/>
              </a:defRPr>
            </a:pPr>
            <a:r>
              <a:t>The model does not directly manipulate slides; it produces validated structured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606040"/>
            <a:ext cx="6995160" cy="3246120"/>
          </a:xfrm>
          <a:prstGeom prst="roundRect">
            <a:avLst/>
          </a:prstGeom>
          <a:solidFill>
            <a:srgbClr val="11161F"/>
          </a:solidFill>
          <a:ln>
            <a:solidFill>
              <a:srgbClr val="262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907792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889504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Predictable fields for every slide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438144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419856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Validation before rendering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968496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3950208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Renderer can be replaced without changing prompts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498848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Model can be replaced without changing PPTX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2606040"/>
            <a:ext cx="3520440" cy="3246120"/>
          </a:xfrm>
          <a:prstGeom prst="roundRect">
            <a:avLst/>
          </a:prstGeom>
          <a:solidFill>
            <a:srgbClr val="11161F"/>
          </a:solidFill>
          <a:ln>
            <a:solidFill>
              <a:srgbClr val="262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2907792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66F1BE"/>
                </a:solidFill>
                <a:latin typeface="Arial"/>
              </a:defRPr>
            </a:pPr>
            <a:r>
              <a:t>VISUAL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383280"/>
            <a:ext cx="269748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JSON object in the center with AI on the left and PPTX on the right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A3ABB8"/>
                </a:solidFill>
                <a:latin typeface="Arial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C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66F1BE"/>
                </a:solidFill>
                <a:latin typeface="Arial"/>
              </a:defRPr>
            </a:pPr>
            <a:r>
              <a:t>SLIDE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0F3F8"/>
                </a:solidFill>
                <a:latin typeface="Arial"/>
              </a:defRPr>
            </a:pPr>
            <a:r>
              <a:t>The demo runs without a paid AI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9875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A3ABB8"/>
                </a:solidFill>
                <a:latin typeface="Arial"/>
              </a:defRPr>
            </a:pPr>
            <a:r>
              <a:t>A deterministic demo proves the renderer independently of any model provider.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606040"/>
            <a:ext cx="6995160" cy="3246120"/>
          </a:xfrm>
          <a:prstGeom prst="roundRect">
            <a:avLst/>
          </a:prstGeom>
          <a:solidFill>
            <a:srgbClr val="11161F"/>
          </a:solidFill>
          <a:ln>
            <a:solidFill>
              <a:srgbClr val="262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907792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889504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python app.py --demo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438144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419856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Validates the sample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968496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3950208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Generates a native .pptx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498848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Local Ollama mode can be enabled separately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2606040"/>
            <a:ext cx="3520440" cy="3246120"/>
          </a:xfrm>
          <a:prstGeom prst="roundRect">
            <a:avLst/>
          </a:prstGeom>
          <a:solidFill>
            <a:srgbClr val="11161F"/>
          </a:solidFill>
          <a:ln>
            <a:solidFill>
              <a:srgbClr val="262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2907792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66F1BE"/>
                </a:solidFill>
                <a:latin typeface="Arial"/>
              </a:defRPr>
            </a:pPr>
            <a:r>
              <a:t>VISUAL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383280"/>
            <a:ext cx="269748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Terminal command flowing into a generated PowerPoint 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A3ABB8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C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66F1BE"/>
                </a:solidFill>
                <a:latin typeface="Arial"/>
              </a:defRPr>
            </a:pPr>
            <a:r>
              <a:t>SLIDE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0F3F8"/>
                </a:solidFill>
                <a:latin typeface="Arial"/>
              </a:defRPr>
            </a:pPr>
            <a:r>
              <a:t>Local AI keeps the architecture provider-independent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9875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A3ABB8"/>
                </a:solidFill>
                <a:latin typeface="Arial"/>
              </a:defRPr>
            </a:pPr>
            <a:r>
              <a:t>Ollama can generate the presentation JSON locally while the rest of the pipeline stays unchanged.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606040"/>
            <a:ext cx="6995160" cy="3246120"/>
          </a:xfrm>
          <a:prstGeom prst="roundRect">
            <a:avLst/>
          </a:prstGeom>
          <a:solidFill>
            <a:srgbClr val="11161F"/>
          </a:solidFill>
          <a:ln>
            <a:solidFill>
              <a:srgbClr val="262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907792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889504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Local model receives the presentation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438144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419856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JSON-only response is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968496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3950208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Schema validation catches malformed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498848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The same renderer produces the final deck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2606040"/>
            <a:ext cx="3520440" cy="3246120"/>
          </a:xfrm>
          <a:prstGeom prst="roundRect">
            <a:avLst/>
          </a:prstGeom>
          <a:solidFill>
            <a:srgbClr val="11161F"/>
          </a:solidFill>
          <a:ln>
            <a:solidFill>
              <a:srgbClr val="262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2907792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66F1BE"/>
                </a:solidFill>
                <a:latin typeface="Arial"/>
              </a:defRPr>
            </a:pPr>
            <a:r>
              <a:t>VISUAL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383280"/>
            <a:ext cx="269748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Ollama → JSON validator → PPTX renderer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A3ABB8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C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66F1BE"/>
                </a:solidFill>
                <a:latin typeface="Arial"/>
              </a:defRPr>
            </a:pPr>
            <a:r>
              <a:t>SLIDE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0F3F8"/>
                </a:solidFill>
                <a:latin typeface="Arial"/>
              </a:defRPr>
            </a:pPr>
            <a:r>
              <a:t>The next extension is richer document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98755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A3ABB8"/>
                </a:solidFill>
                <a:latin typeface="Arial"/>
              </a:defRPr>
            </a:pPr>
            <a:r>
              <a:t>The architecture already defines where PDF, DOCX and URL adapters plug into the pipeline.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606040"/>
            <a:ext cx="6995160" cy="3246120"/>
          </a:xfrm>
          <a:prstGeom prst="roundRect">
            <a:avLst/>
          </a:prstGeom>
          <a:solidFill>
            <a:srgbClr val="11161F"/>
          </a:solidFill>
          <a:ln>
            <a:solidFill>
              <a:srgbClr val="262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907792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889504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PDF text and table extraction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438144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419856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DOCX section-aware parsing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968496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3950208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URL content normalization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498848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6F1BE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5897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Source-level citation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2606040"/>
            <a:ext cx="3520440" cy="3246120"/>
          </a:xfrm>
          <a:prstGeom prst="roundRect">
            <a:avLst/>
          </a:prstGeom>
          <a:solidFill>
            <a:srgbClr val="11161F"/>
          </a:solidFill>
          <a:ln>
            <a:solidFill>
              <a:srgbClr val="262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2907792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66F1BE"/>
                </a:solidFill>
                <a:latin typeface="Arial"/>
              </a:defRPr>
            </a:pPr>
            <a:r>
              <a:t>VISUAL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383280"/>
            <a:ext cx="269748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F0F3F8"/>
                </a:solidFill>
                <a:latin typeface="Arial"/>
              </a:defRPr>
            </a:pPr>
            <a:r>
              <a:t>Three input adapters converging into one normalized evidence object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A3ABB8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